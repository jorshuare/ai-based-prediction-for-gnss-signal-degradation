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91440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iha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73152"/>
            <a:ext cx="420624" cy="420624"/>
          </a:xfrm>
          <a:prstGeom prst="rect">
            <a:avLst/>
          </a:prstGeom>
        </p:spPr>
      </p:pic>
      <p:pic>
        <p:nvPicPr>
          <p:cNvPr id="5" name="Picture 4" descr="rcsst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73152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" y="27432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AI-Based Proactive Prediction of GNSS Signal Degradation for Autonomous Vehicle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46888"/>
            <a:ext cx="80284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C3F7"/>
                </a:solidFill>
              </a:rPr>
              <a:t>Ingeriyinkindi Claudine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402336"/>
            <a:ext cx="80284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Data Collection · Cross-City Generalisation · Results Figures   |   RCSSTEAP / Beihang University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My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896112"/>
            <a:ext cx="4398264" cy="1609344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Campus site reconnaissance: designed 5 collection scenarios covering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instantaneous blockage (A), urban canyon (B), tree canopy (C),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open-sky baseline (D), and gradual building approach (E).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Collected all Beihang campus GNSS data; managed equipment checklist,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receiver setup (Septentrio, u-blox), and RTKLIB labelling calibration.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Ran cross-geography generalisation testing: UrbanNav Hong Kong,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UrbanNav Tokyo (zero-shot), and Oxford RobotCar datasets.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Produced all 13 publication-quality figures for the team paper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(consistent palette, minimum 11pt font, 300 DPI PNG + PDF).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Wrote the cross-city generalisation analysis and interpretation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(paper Section 5.5).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257860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Cross-City DEGRADED-Class F1</a:t>
            </a:r>
          </a:p>
        </p:txBody>
      </p:sp>
      <p:pic>
        <p:nvPicPr>
          <p:cNvPr id="12" name="Picture 11" descr="fig05_crosscity_degra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70" y="2816352"/>
            <a:ext cx="3284978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" y="4828032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SENTINEL-GNSS (0.75) vs RandomForest (0.148) on unseen Tokyo. RF collapses on DEGRADED; SENTINEL retains cross-city robustness.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7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Transformer Attention — DEGRADED Example</a:t>
            </a:r>
          </a:p>
        </p:txBody>
      </p:sp>
      <p:pic>
        <p:nvPicPr>
          <p:cNvPr id="15" name="Picture 14" descr="attention_heatmap_degra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2595" y="896112"/>
            <a:ext cx="2385089" cy="2377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36007" y="3273552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Self-attention weights for a correctly-predicted DEGRADED epoch. Attention concentrates on the 5–10 epochs just before blockage onset, confirming the model learns the temporal lead-up signature.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7" y="358444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Cross-City Generalisation Findings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6007" y="3822191"/>
            <a:ext cx="4398264" cy="960120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Tokyo NLOS geometry differs from Hangzhou/HK: irregular canyon angles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create structured blockage patterns rather than random dropout.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RF memorises city-specific C/N₀ thresholds; SENTINEL learns degradation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dynamics (DOP drift, signal trend) that transfer across skyline geometries.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WARNING class drops cross-city for DL (0.268 vs RF 0.716) — a known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limitation; the DL+XGBoost ensemble recovers to 0.892 overall.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7" y="4837175"/>
            <a:ext cx="4398264" cy="585216"/>
          </a:xfrm>
          <a:prstGeom prst="rect">
            <a:avLst/>
          </a:prstGeom>
          <a:solidFill>
            <a:srgbClr val="E3F2FD"/>
          </a:solidFill>
          <a:ln w="12700">
            <a:solidFill>
              <a:srgbClr val="003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03893"/>
                </a:solidFill>
              </a:rPr>
              <a:t>Cross-city DEGRADED F1:  SENTINEL 0.75  vs  RandomForest 0.148</a:t>
            </a:r>
          </a:p>
          <a:p>
            <a:r>
              <a:rPr sz="800" b="0">
                <a:solidFill>
                  <a:srgbClr val="1A2436"/>
                </a:solidFill>
              </a:rPr>
              <a:t>In-domain RF Macro-F1 = 0.926  →  cross-city Macro-F1 = 0.618  (−33%)</a:t>
            </a:r>
          </a:p>
          <a:p>
            <a:r>
              <a:rPr sz="750" b="0">
                <a:solidFill>
                  <a:srgbClr val="446480"/>
                </a:solidFill>
              </a:rPr>
              <a:t>No per-city retraining needed — SENTINEL generalises zero-shot.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