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584" y="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8540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99" y="822959"/>
            <a:ext cx="99391" cy="4051189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7724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Prediction of GNSS Signal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for Autonomous Driving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542429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Study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28519"/>
              </p:ext>
            </p:extLst>
          </p:nvPr>
        </p:nvGraphicFramePr>
        <p:xfrm>
          <a:off x="685800" y="3045349"/>
          <a:ext cx="7863840" cy="1828800"/>
        </p:xfrm>
        <a:graphic>
          <a:graphicData uri="http://schemas.openxmlformats.org/drawingml/2006/table">
            <a:tbl>
              <a:tblPr/>
              <a:tblGrid>
                <a:gridCol w="669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8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&amp; Motivation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Prediction, Not Detection?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Sources &amp; Collection Strategy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Engineering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Architecture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Model Design — Transformer-LSTM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Protocol &amp; Class Imbalance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Strategy &amp;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Overview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Monitoring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Fusion Adaptation (Dynamic EKF)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Novelty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Responsibilities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Timeline (Milestones)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Anticipated Challenges &amp; Mitigations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 &amp;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Member: Rashid Md Harun Or (LS2525219)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Rashid Md Harun 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is the primary positioning source for autonomous vehicles. Yet it fails—predictably and frequently.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buildings block or reflect satellite signals, causing multipath errors and signal loss in densely built environments.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Tunnels &amp; Underpasses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signal blockage causes instantaneous position loss. Reactive systems detect failure too late to plan a safe response.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Effects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Ionospheric and tropospheric disturbances degrade range accuracy across wide areas, particularly during daytime and equatorial conditions.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systems detect degradation after it occurs — autonomous vehicles need advance warning to respond safely.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Prediction, Not Detection?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Rashid Md Harun 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vs. Proactive Navigation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SYSTEM  (Current State of Practice)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solidFill>
            <a:srgbClr val="F3E5F5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(Too Late)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 (Proactive — This Work)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 Ahead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Weights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solidFill>
            <a:srgbClr val="F1F8E9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7744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 km/h, a 30-second prediction window provides 500 metres of advance notice — enough for safe, graduated navigation adjustment.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Rashid Md Harun Or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868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16128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GNSS degradation at 5 s, 15 s, and 30 s simultaneously from a single forward pass — enabling graduated autonomous vehicle response.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28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1828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12140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encoder learns relationships between satellites in real time — the first application of cross-satellite attention to GNSS quality prediction.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788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27889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Multi-Platform, Cross-Geography Generalisation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08152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vehicle, drone, and cart data; tested without retraining on public datasets from Hong Kong (UrbanNav) and Korea (KAIST).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490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97280" y="37490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04164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dynamic EKF adjusts GNSS observation noise covariance before degradation arrives, based on the model's prediction output.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Ingeriyinkindi Claudine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4965192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data platforms — supervisor-provided and self-collected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Vehicle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170992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Dataset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/ Suburban  ·  0–80 km/h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286000"/>
            <a:ext cx="24323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format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from buildings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&amp; underpass blockage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AV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UAV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170992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Dataset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 ·  0–20 m/s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01568" y="2286000"/>
            <a:ext cx="24323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/ RINEX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Open-sky clean baseline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signal reference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via RTKLIB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Cart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36208" y="1709928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3058 Receiver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36208" y="1965960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 ·  Campus routes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36208" y="2286000"/>
            <a:ext cx="24323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Self-collected (5 scenarios)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degradation events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repeatable routes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8912" y="45537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Validation Datasets: UrbanNav (Hong Kong) ✔  ·  KAIST Urban (Korea) — awaiting delivery  ·  Oxford RobotCar ✔  ·  NCLT Michigan 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Ingeriyinkindi Claudine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isolates one degradation type, producing a scientifically labelled dataset.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6128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161288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→ Complete Blockage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Carpark → underground entrance. Captures rapid satellite count drop from 10+ to 0–4.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745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1874520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 Multipath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130552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corridor between buildings. Captures carrier phase noise on low-elevation satellites without full signal loss.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8775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587752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Obstruction (Foliage)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2843784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canopy / covered walkway. Captures intermittent, stochastic signal degradation.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0098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3300984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Sky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557016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field with unobstructed 360° sky view. Provides the CLEAN class reference for the classifier.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1421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4014216"/>
            <a:ext cx="7589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Degradation Transition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4270248"/>
            <a:ext cx="7589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toward building face; captures satellite count dropping one at a time — directly trains the pre-degradation ramp-up period.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Ingeriyinkindi Claudine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pass through the same six-step pipeline — ensuring model learns signal physics, not processing artefacts.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6128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19786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21615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 extracts GNSS topics (/fix, /gnss) from .bag files → CSV with timestamps, position, SNR per satellite.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73936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773936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181051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Conversion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18288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RTKCONV converts all sources to RINEX 3.x observation format — the universal standard.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86584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86584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2423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RTKLIB Post-Processing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17520" y="2441448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RTKPOST applies IGS precise orbits, Saastamoinen troposphere, Klobuchar ionosphere models → high-accuracy reference positions.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999232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03580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Labelling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054096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classes per epoch — CLEAN (error &lt;2m, C/N0 &gt;35 dB-Hz), WARNING, DEGRADED (error &gt;5m or C/N0 &lt;30 dB-Hz or SV count &lt;4).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8229600" cy="53035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611880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" y="36484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3666744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features per epoch. Z-score normalised on training data only. Sliding 30-second window → predict at 5s, 15s, 30s ahead.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224528"/>
            <a:ext cx="438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05840" y="426110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Assembly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017520" y="4279392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train/val/test split (70/15/15). Public datasets reserved for cross-geography evaluation only.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— 35 Input Variables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Ogunlade Joshua Oluwaseun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computed per epoch (1 Hz) from RTKLIB output — no additional hardware required.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58691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(8 features)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156716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&amp; minimum C/N0 across satellites  ·  Std deviation &amp; rate of change of C/N0  ·  Mean carrier-phase lock time  ·  Cycle slip event count per epoch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411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Geometry (8 features)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29000" y="193852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satellite count, GDOP, PDOP, HDOP, VDOP  ·  Elevation angles (lowest &amp; mean)  ·  Sky coverage ratio across 8 azimuth sectors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642616"/>
            <a:ext cx="2743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&amp; Carrier Phase (6 features)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267004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Pseudorange residual mean &amp; std deviation  ·  Multipath indicator (code-carrier divergence)  ·  Cycle slip count, carrier phase residual RMS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374136"/>
            <a:ext cx="274320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Solution (4 features)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340156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&amp; vertical positioning error  ·  Solution type (no-fix / single / float / fixed)  ·  Epochs since last fixed RTK solution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05655"/>
            <a:ext cx="2743200" cy="525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&amp; Platform Context (9 features)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13308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speed (Doppler), heading (degrees)  ·  Time of day, day of year (ionosphere proxies)  ·  Estimated sky obstruction index from 3D map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Five-Layer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Ogunlade Joshua Oluwaseun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GNSS signals enter at Layer 1 — reliable autonomous navigation decisions emerge at Layer 5.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52144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52144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11978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Data Acquisition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453896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(ROSBAG)  ·  Drone (ROSBAG/RINEX)  ·  Cart (RINEX)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745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19202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Processing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176272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 → RINEX → RTKLIB post-processing → Feature CSV → Labelled windows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59689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26426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Engine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2898648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Transformer-LSTM: 30 s input window → 5 s / 15 s / 30 s degradation probability output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19272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319272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33649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08760" y="3621024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EKF: GNSS noise covariance R scaled by model's 5 s degradation probability P_deg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41648"/>
            <a:ext cx="822960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0416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0876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08760" y="43434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Dash / React  ·  5 panels  ·  1 Hz update  ·  &lt; 100 ms end-to-end latency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— Transformer-LSTM Hybrid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Ogunlade Joshua Oluwaseun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shape: (batch, 30 timesteps, 35 features)  →  Three simultaneous output heads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0296" y="1170432"/>
            <a:ext cx="1188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× 35)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29016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0184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heads · d=64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67544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68712" y="1170432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layers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hidden=128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06072" y="1856232"/>
            <a:ext cx="20116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7240" y="1170432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Heads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· 15s · 30s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softmax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Architectural Choices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136392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384" y="31912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Transformer?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3191256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learns cross-satellite relationships: blockage degrades satellites in a spatial sector simultaneously, distinguishable from single-satellite multipath.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739896"/>
            <a:ext cx="18288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LSTM Decoder?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3758184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context capture; translates Transformer output into per-horizon degradation probability vectors efficiently.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70248"/>
            <a:ext cx="8229600" cy="475488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30682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 Horizons?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3251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→ sensor weight adjustment  |  15 s → route planning update  |  5 s → emergency navigation response.  All from a single forward pass.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 &amp; Class Imbalance Handling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Ogunlade Joshua Oluwaseun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5070348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design decisions that prevent naive high accuracy while achieving meaningful degradation detection.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Data Splits (never random shuffle — adjacent epochs are correlated)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1295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Earliest data — all platforms, all scenarios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time period — hyperparameter tuning &amp; early stopping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recent data — untouched until final 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UrbanNav + KAIST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used in training — proves geographic generalisation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29489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 (~80% CLEAN / 15% WARNING / 5% DEGRADED)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28726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28726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60120" y="332384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200" dirty="0"/>
          </a:p>
        </p:txBody>
      </p:sp>
      <p:sp>
        <p:nvSpPr>
          <p:cNvPr id="8" name="Text 10"/>
          <p:cNvSpPr/>
          <p:nvPr/>
        </p:nvSpPr>
        <p:spPr>
          <a:xfrm>
            <a:off x="960120" y="354330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Mathematically down-weights easy (clean) examples and focuses training gradient on hard (degraded) examples.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881628"/>
            <a:ext cx="822960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388162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60120" y="39182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60120" y="413766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synthetic degraded epochs by interpolating between existing degraded examples — applied to training set only.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4475988"/>
            <a:ext cx="8229600" cy="5029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447598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60120" y="451256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Loss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0120" y="4732020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Multiplies loss for degraded class by a weight inversely proportional to its frequency (×20 if 5% of data).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Strategy &amp;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Mustapha Ibrahim Ishola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generalisation test types — in-distribution, cross-platform, cross-environment, cross-geography.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048256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F1-Score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measure — prevents gaming by focussing only on majority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false alarms — alerting system when signal is actually fine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(per 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missing a degradation event — safety-critical, must be 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Threshold-independent — shows full range of operating 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Lead Time (seconds)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real-world value metric — more lead time = safer 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RMSE reduction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system improves actual navigation, not just classification 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Models for Comparison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03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SNR alarm  (simplest possible baseline —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on hand-crafted features  (classic ML, no temporal modelling)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LSTM without attention  (removes the Transformer; shows attention adds value)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RAIM  (industry standard for detecting existing signal faults; beating its lead time is a key result)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Studies — Every Component Earns Its Place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Mustapha Ibrahim Ishola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25834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specifically look for ablations as evidence of rigorous scientific methodology.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5328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Removed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attention (LSTM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encoder → simple LSTM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Cross-satellite attention adds predictive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Single-horizon (5 s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 and 30 s output heads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Multi-horizon output improves overall performance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features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signal quality features (C/N0, SNR)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signal measurements are necessary, not just geometry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data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Drone and cart data excluded from training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Multi-platform training improves generalisation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SMOTE / focal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cross-entropy, no oversampling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imbalance handling is essential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ablations evaluated on the held-out test set. Results reported with 95% confidence intervals from 5-fold cross-validation.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7530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 Protocol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38620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vehicle + drone → Test on cart  |  Train on urban data → Test on suburban  |  Test on UrbanNav (HK) + KAIST (KR) without retraining  |  Train on Month 1 → Test on Month 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Interface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Mustapha Ibrahim Ishola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display panels  ·  Python Dash / React  ·  1 Hz update  ·  &lt; 100 ms end-to-end latency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70432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20700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Map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1398104"/>
            <a:ext cx="7315200" cy="339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map centred on current position. GPS track colour-coded: green (clean), amber (warning), red (degraded). Position marker pulses on alert.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92808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19293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Monitor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21854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time series of mean C/N0 (threshold 30 dB-Hz), satellite count (min 4), PDOP (max 6). Individual satellite C/N0 shown as background traces.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15184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26517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Display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34440" y="29077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semicircular gauges (5 s, 15 s, 30 s) showing degradation probability 0–100%. Status banner: NOMINAL / CAUTION / ALERT.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337560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33741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Sky Plot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578087"/>
            <a:ext cx="7315200" cy="3264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Azimuth/elevation plot. Satellite points colour-coded by C/N0 (green &gt;40 dB-Hz, amber 30–40, red &lt;30). Blockage visually obvious as satellites disappear from azimuth sectors.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059936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34440" y="409651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Status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34440" y="4310270"/>
            <a:ext cx="7315200" cy="3165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stacked bar: GNSS % | IMU %. GNSS bar shrinks in real time as degradation probability rises. Shows the system is acting on its prediction.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 Adaptation — Dynamic EKF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Mustapha Ibrahim Ishola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EKF uses fixed GNSS noise covariance. Our system adapts it proactively using the model's prediction output.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170432"/>
            <a:ext cx="6400800" cy="777240"/>
          </a:xfrm>
          <a:prstGeom prst="rect">
            <a:avLst/>
          </a:prstGeom>
          <a:solidFill>
            <a:srgbClr val="EBF5FB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17043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=  R_base  ×  (1 + α × P_degraded)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R_base = nominal GNSS noise covariance   ·   P_degraded = model's 5 s horizon probability   ·   α = 10 (tunable)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59436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12140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P_deg = 0.0 (clean signal)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37744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R_base — filter behaves normally. GNSS fully trusted.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FFF9E6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71216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P_deg = 0.5 (warning)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12724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6× R_base — filter reduces GNSS weight, begins relying on IMU dead-reckoning.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84448"/>
            <a:ext cx="8229600" cy="59436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6210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P_deg = 0.9 (near-certain degradation)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3877056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10× R_base — filter relies almost entirely on IMU. Transition completed before degradation reaches positioning.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41602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system complete: the AI prediction directly closes the loop into the navigation stack.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Claims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Ojerinde Joel Segun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62276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86868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Simultaneous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117043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 predicts single-step ahead (typically 1 second). We simultaneously predict at 5 s, 15 s, and 30 s from a single forward pass — enabling graduated autonomous response.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7452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Cross-Satellite Attention Mechanism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22199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GNSS degradation prediction paper explicitly models relationships between satellites simultaneously. Our Transformer attention weights are interpretable evidence of model decisions.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2608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297180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Training for Generalisation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327355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published papers train and test on a single platform type. We train across three platforms and demonstrate cross-platform and cross-geography generalisation on public datasets.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977640"/>
            <a:ext cx="594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4023360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Sensor Fusion Adaptation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88720" y="4325112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sensor fusion detects GNSS degradation after it occurs, then reacts. Our EKF increases GNSS noise covariance before degradation affects positioning — the first demonstrated proactive adaptation.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Responsibilities &amp; Presentation Division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Ojerinde Joel Segun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specific components and is fully accountable for their delivery.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741930"/>
              </p:ext>
            </p:extLst>
          </p:nvPr>
        </p:nvGraphicFramePr>
        <p:xfrm>
          <a:off x="457200" y="1143000"/>
          <a:ext cx="8444948" cy="3909390"/>
        </p:xfrm>
        <a:graphic>
          <a:graphicData uri="http://schemas.openxmlformats.org/drawingml/2006/table">
            <a:tbl>
              <a:tblPr/>
              <a:tblGrid>
                <a:gridCol w="1970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5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94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5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/ Delivers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(LS2525219)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&amp;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review, baseline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(threshold, RF, LSTM, RAIM),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related work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(LS2525236)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&amp;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GNSS collection (Scenarios A–E),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metrics, results tables,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dataset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(LS2525237)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ROSBAG extraction, RTKLIB pipeline,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extraction code,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labelling &amp; QC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(LS2525238)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&amp;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EKF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dashboard (all 5 panels),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EKF implementation,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system testing &amp;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13–16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(LS2525253)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&amp; Integration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(Lead Author)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Transformer-LSTM architecture,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pipeline, ablation studies,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generalisation testing,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17–20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— 4-Week Compressed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3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Ojerinde Joel Segun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58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total  ·  2 concurrent coursework  ·  Critical path: data collection (Wk 1) → model training (Wk 3)  ·  Target: IEEE T-ITS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56816" cy="5029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Days 1–7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Data Extraction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36776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software installed · Room 3058 visit · GitHub repo created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extraction + RTKLIB running on supervisor vehicle &amp; drone datasets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290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A &amp; D collected (5 reps each) · RTKLIB processed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1097280"/>
            <a:ext cx="1956816" cy="50292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Days 8–14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Collection &amp; Features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46888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1636776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B, C, E collected · Feature CSVs generated · Labelling complete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6032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6888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baseline models trained &amp; results recorded (RF, LSTM, threshold, RAIM)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34290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drafted (30 papers) · UrbanNav &amp; RobotCar processed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56032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Harun, Claudine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80560" y="1097280"/>
            <a:ext cx="1956816" cy="50292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Days 15–21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&amp; System Build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8056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1636776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trained · First test-set results · Ablation studies done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8056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tests on UrbanNav &amp; RobotCar · KAIST on arrival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Joel, Claudine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8056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0" y="34290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in simulation · Dashboard all 5 panels with data playback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Mustapha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92240" y="1097280"/>
            <a:ext cx="1956816" cy="5029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Days 22–28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9224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Demo &amp; Paper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9224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36776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test: cart + receiver + dashboard · Screen capture video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8368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9224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first draft written · Each member fills their sections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58368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leads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9224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42900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team review · Presentation rehearsed · Submission-ready draft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58368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417877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B77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Scenarios A &amp; D (Day 5–7) are the critical path — all model work depends on them. KAIST delay does not block; UrbanNav + RobotCar alone prove cross-geography generalisation.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64008" cy="4187356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0174A"/>
          </a:solidFill>
          <a:ln w="12700">
            <a:solidFill>
              <a:srgbClr val="0017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593574"/>
            <a:ext cx="2468880" cy="23721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hybrid for multi-horizon GNSS degradation prediction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35-feature engineering pipeline from RTKLIB observables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that adapts sensor fusion before degradation hits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5-panel monitoring dashboard at &lt;100 ms latency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8328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Results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341782"/>
            <a:ext cx="2468880" cy="25179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0.85 on in-distribution test set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Cross-geography F1 within 10% of in-distribution performance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lead time of 15–30 s ahead of positioning failure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RMSE reduction vs. GNSS-only baseline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8076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80760" y="1170432"/>
            <a:ext cx="246888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Camera-based environmental context as additional feature group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BeiDou-specific constellation analysis for Chinese urban environments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Larger-scale multi-city urban study for broader generalisation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2: full real-time system integration and field demonstration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2964</Words>
  <Application>Microsoft Office PowerPoint</Application>
  <PresentationFormat>On-screen Show (16:9)</PresentationFormat>
  <Paragraphs>467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Prediction of GNSS Signal Degradation for Autonomous Driving</dc:title>
  <dc:subject>PptxGenJS Presentation</dc:subject>
  <dc:creator>Ojerinde Joel Segun &amp; Team — Beihang University 2025</dc:creator>
  <cp:lastModifiedBy>Joel Ojerinde</cp:lastModifiedBy>
  <cp:revision>4</cp:revision>
  <dcterms:created xsi:type="dcterms:W3CDTF">2026-04-24T07:17:25Z</dcterms:created>
  <dcterms:modified xsi:type="dcterms:W3CDTF">2026-04-24T07:55:23Z</dcterms:modified>
</cp:coreProperties>
</file>